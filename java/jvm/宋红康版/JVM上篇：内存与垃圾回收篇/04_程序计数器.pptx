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11" r:id="rId2"/>
    <p:sldId id="312" r:id="rId3"/>
    <p:sldId id="313" r:id="rId4"/>
    <p:sldId id="314" r:id="rId5"/>
    <p:sldId id="315" r:id="rId6"/>
    <p:sldId id="316" r:id="rId7"/>
    <p:sldId id="317" r:id="rId8"/>
    <p:sldId id="318" r:id="rId9"/>
    <p:sldId id="319" r:id="rId10"/>
    <p:sldId id="324" r:id="rId11"/>
    <p:sldId id="320" r:id="rId12"/>
    <p:sldId id="321" r:id="rId13"/>
    <p:sldId id="322" r:id="rId14"/>
    <p:sldId id="323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5" userDrawn="1">
          <p15:clr>
            <a:srgbClr val="A4A3A4"/>
          </p15:clr>
        </p15:guide>
        <p15:guide id="2" userDrawn="1">
          <p15:clr>
            <a:srgbClr val="A4A3A4"/>
          </p15:clr>
        </p15:guide>
        <p15:guide id="3" orient="horz" userDrawn="1">
          <p15:clr>
            <a:srgbClr val="A4A3A4"/>
          </p15:clr>
        </p15:guide>
        <p15:guide id="4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581" y="67"/>
      </p:cViewPr>
      <p:guideLst>
        <p:guide orient="horz" pos="4315"/>
        <p:guide/>
        <p:guide orient="horz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97719-B205-4827-ADA1-9A332A97DA64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71586C-1FB9-44F5-8177-AA7C360D3A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208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PC</a:t>
            </a:r>
            <a:r>
              <a:rPr lang="zh-CN" altLang="en-US"/>
              <a:t>寄存器没有</a:t>
            </a:r>
            <a:r>
              <a:rPr lang="en-US" altLang="zh-CN"/>
              <a:t>GC</a:t>
            </a:r>
            <a:r>
              <a:rPr lang="zh-CN" altLang="en-US"/>
              <a:t>也没有</a:t>
            </a:r>
            <a:r>
              <a:rPr lang="en-US" altLang="zh-CN"/>
              <a:t>OOM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1586C-1FB9-44F5-8177-AA7C360D3AE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222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Java –p xxx.class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1586C-1FB9-44F5-8177-AA7C360D3AE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8360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1586C-1FB9-44F5-8177-AA7C360D3AE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451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B25615-E0C2-44FE-B193-EB00A5E8B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8F580BF-1660-4F22-BCAE-1C1E5536D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6E3AEA-1F4C-4C48-A313-25E21B339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9CD4-3191-43F9-A478-81F9D054F759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3AA6FD-8B9B-40B6-ABD7-6F79D863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341EBD-6E46-4360-8FC5-E55FE4850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495A-ADB4-4672-AB97-11EAF9CB29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323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476821-42D4-468F-B938-653DE607B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23814D-5183-40E2-9BD5-34DF1E253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BC3985-CB96-412F-8844-BE53805C7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9CD4-3191-43F9-A478-81F9D054F759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E090AA-BE99-496A-86DA-0EBDC263D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908A6F-CB89-44AB-BBF6-BC65B1BD7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495A-ADB4-4672-AB97-11EAF9CB29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817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B942E9-7BBD-46E7-9A94-6216C8797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60C918-2AF5-4227-872B-EA546362B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C2363B-0A41-4E78-B0E9-7AE4A6D9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9CD4-3191-43F9-A478-81F9D054F759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DF09AF-9F89-4388-9036-274661DB2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87E313-03A2-4EBD-A091-B8215EABC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495A-ADB4-4672-AB97-11EAF9CB29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039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E739D-C7D2-4FFE-BEDC-A7761CF2E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2DCD8E-D43C-40FB-8D9D-63B884D2D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450381-9575-4BF0-828E-1446D8A73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F0C6AF-DD56-4142-83BF-614D334B3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9CD4-3191-43F9-A478-81F9D054F759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DDEE34-E2D9-4A19-A631-80E67D431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18BD20-7B6D-42EA-985E-A1510429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495A-ADB4-4672-AB97-11EAF9CB29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296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0B6DC5-FC04-4DCD-8819-2EE9B9E74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01F61E-3AF7-4ED6-9B37-A5B53EDCC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1CD0DF-F415-4EAC-964A-C5A7C318F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AAAB6C0-87D3-4E5B-9C3F-EA1E332F0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839D0BF-EE5E-4A8B-B2B2-B36F7E42E8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3C3C837-78D6-499F-9C61-443895097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9CD4-3191-43F9-A478-81F9D054F759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6B145E3-1214-4AD2-932C-1D89A30A3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5C50403-7E05-4BB2-9D74-A3B0F8215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495A-ADB4-4672-AB97-11EAF9CB29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491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47CB5B-BE89-4F11-9235-16DE36B2F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B680150-F765-4119-A4AA-DFE70638F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9CD4-3191-43F9-A478-81F9D054F759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DD07C0-1C2F-42F8-AEA3-908DEF2AA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19B126-B000-4011-919A-C2B84B8E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495A-ADB4-4672-AB97-11EAF9CB29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339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2BE69F-6170-4231-8BC8-A59B137E4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9CD4-3191-43F9-A478-81F9D054F759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EFFF99-65EE-4E5A-94DF-D1F7CBBC0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87B1D9-1831-49BF-8AEB-C3C914AF5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495A-ADB4-4672-AB97-11EAF9CB29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314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9BFEF3-C440-4F9C-9792-2CD086E38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7065DE-C15B-43ED-B509-22F5FC119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637C47-F50A-4E61-AAEB-B1741004E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A70B9B-82E8-44E9-927E-0C743EDA1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9CD4-3191-43F9-A478-81F9D054F759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4EB2AB-4401-4135-91BB-E5674815D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1EC758-712A-437A-BBD8-7E08CA3B8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495A-ADB4-4672-AB97-11EAF9CB29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134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3E268D-38E1-4F00-BE14-2C3DA0F26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FC87CA1-3420-4EE2-A476-F39E41C2FA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30CC6B-182B-41D6-82D5-569082085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FF3DA0-FCD8-4880-8EC4-96310A592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9CD4-3191-43F9-A478-81F9D054F759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4E2533-FDAA-4007-B739-559708AEC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E1A8F0-66B9-447C-B889-496B93297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495A-ADB4-4672-AB97-11EAF9CB29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880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5D91E5-88E4-4D32-BE78-84BA2B1AA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2D5F55-234A-4A2B-A441-D11EBEE58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AE89B2-AA3F-4461-9726-60AC448D5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9CD4-3191-43F9-A478-81F9D054F759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30D2A9-66AC-498C-A35E-692E63C58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CB6BFC-5B07-4796-A70B-81388459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495A-ADB4-4672-AB97-11EAF9CB29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022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77249A-8FB1-4E56-A66D-086FA4978A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468DD7-AAFF-42C7-8FC9-EE782B495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E60215-7671-49D1-95AD-AB32605FF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9CD4-3191-43F9-A478-81F9D054F759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620BDB-98A4-4C15-9818-F71EDDF74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25BDFC-D032-45B1-B483-5BDDCB19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495A-ADB4-4672-AB97-11EAF9CB29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93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96A1197-74AC-4249-A8BE-DFB778246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79BB40-ABD9-476D-8EEE-516FC0CE5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65574B-C60A-4B59-ACBD-4A66EDF0E8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09CD4-3191-43F9-A478-81F9D054F759}" type="datetimeFigureOut">
              <a:rPr lang="zh-CN" altLang="en-US" smtClean="0"/>
              <a:t>2021/8/23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FE2CB1-BED4-4E52-B1E0-ED9FC19208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8BB87F-22FB-44FC-B6A3-222076E670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B495A-ADB4-4672-AB97-11EAF9CB29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561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" y="123825"/>
            <a:ext cx="11668125" cy="661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270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" y="114300"/>
            <a:ext cx="11687175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989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147637"/>
            <a:ext cx="11677650" cy="656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39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138112"/>
            <a:ext cx="11696700" cy="658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53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142875"/>
            <a:ext cx="11696700" cy="65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073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57162"/>
            <a:ext cx="11658600" cy="65436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B06508E-561D-4AA4-A88B-A166A0A3A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72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75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12" y="142875"/>
            <a:ext cx="11687175" cy="65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875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42875"/>
            <a:ext cx="11658600" cy="65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064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47637"/>
            <a:ext cx="11620500" cy="656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701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35921E4-A9DB-449B-9C29-293FEC4D7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44"/>
            <a:ext cx="12211341" cy="684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492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" y="147637"/>
            <a:ext cx="11687175" cy="656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114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123825"/>
            <a:ext cx="11677650" cy="661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232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161925"/>
            <a:ext cx="11715750" cy="653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473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" y="157162"/>
            <a:ext cx="11687175" cy="654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697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16</Words>
  <Application>Microsoft Office PowerPoint</Application>
  <PresentationFormat>宽屏</PresentationFormat>
  <Paragraphs>5</Paragraphs>
  <Slides>14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郭 明</dc:creator>
  <cp:lastModifiedBy>J Sir</cp:lastModifiedBy>
  <cp:revision>7</cp:revision>
  <dcterms:created xsi:type="dcterms:W3CDTF">2021-02-22T15:52:37Z</dcterms:created>
  <dcterms:modified xsi:type="dcterms:W3CDTF">2021-08-23T14:39:47Z</dcterms:modified>
</cp:coreProperties>
</file>