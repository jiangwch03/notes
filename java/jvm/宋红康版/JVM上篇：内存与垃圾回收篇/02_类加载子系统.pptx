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413" r:id="rId2"/>
    <p:sldId id="412" r:id="rId3"/>
    <p:sldId id="268" r:id="rId4"/>
    <p:sldId id="414" r:id="rId5"/>
    <p:sldId id="415" r:id="rId6"/>
    <p:sldId id="258" r:id="rId7"/>
    <p:sldId id="257" r:id="rId8"/>
    <p:sldId id="259" r:id="rId9"/>
    <p:sldId id="260" r:id="rId10"/>
    <p:sldId id="261" r:id="rId11"/>
    <p:sldId id="256" r:id="rId12"/>
    <p:sldId id="262" r:id="rId13"/>
    <p:sldId id="263" r:id="rId14"/>
    <p:sldId id="264" r:id="rId15"/>
    <p:sldId id="416" r:id="rId16"/>
    <p:sldId id="417" r:id="rId17"/>
    <p:sldId id="418" r:id="rId18"/>
    <p:sldId id="265" r:id="rId19"/>
    <p:sldId id="266" r:id="rId20"/>
    <p:sldId id="267" r:id="rId21"/>
    <p:sldId id="419" r:id="rId22"/>
    <p:sldId id="270" r:id="rId23"/>
    <p:sldId id="271" r:id="rId24"/>
    <p:sldId id="272" r:id="rId25"/>
    <p:sldId id="420" r:id="rId26"/>
    <p:sldId id="273" r:id="rId27"/>
    <p:sldId id="274" r:id="rId28"/>
    <p:sldId id="269" r:id="rId29"/>
    <p:sldId id="275" r:id="rId30"/>
    <p:sldId id="276" r:id="rId31"/>
    <p:sldId id="277" r:id="rId32"/>
    <p:sldId id="278" r:id="rId33"/>
    <p:sldId id="421" r:id="rId34"/>
    <p:sldId id="279" r:id="rId35"/>
    <p:sldId id="422" r:id="rId36"/>
    <p:sldId id="280" r:id="rId37"/>
    <p:sldId id="281" r:id="rId38"/>
    <p:sldId id="282" r:id="rId39"/>
    <p:sldId id="283" r:id="rId40"/>
    <p:sldId id="284" r:id="rId41"/>
    <p:sldId id="285" r:id="rId42"/>
    <p:sldId id="286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pos="7680" userDrawn="1">
          <p15:clr>
            <a:srgbClr val="A4A3A4"/>
          </p15:clr>
        </p15:guide>
        <p15:guide id="4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488" autoAdjust="0"/>
  </p:normalViewPr>
  <p:slideViewPr>
    <p:cSldViewPr snapToGrid="0">
      <p:cViewPr varScale="1">
        <p:scale>
          <a:sx n="71" d="100"/>
          <a:sy n="71" d="100"/>
        </p:scale>
        <p:origin x="86" y="206"/>
      </p:cViewPr>
      <p:guideLst>
        <p:guide orient="horz"/>
        <p:guide/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3651C-8BBC-4158-8D7B-34C847FBEB0A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93EFF-584F-4476-A96F-CBFE7D35C1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599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方法区只有</a:t>
            </a:r>
            <a:r>
              <a:rPr lang="en-US" altLang="zh-CN"/>
              <a:t>hotSopt</a:t>
            </a:r>
            <a:r>
              <a:rPr lang="zh-CN" altLang="en-US"/>
              <a:t>才有，</a:t>
            </a:r>
            <a:r>
              <a:rPr lang="en-US" altLang="zh-CN"/>
              <a:t>G9</a:t>
            </a:r>
            <a:r>
              <a:rPr lang="zh-CN" altLang="en-US"/>
              <a:t>没有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917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Jclasslib bytecode</a:t>
            </a:r>
            <a:r>
              <a:rPr lang="zh-CN" altLang="en-US"/>
              <a:t>下载  </a:t>
            </a:r>
            <a:r>
              <a:rPr lang="en-US" altLang="zh-CN"/>
              <a:t>idea</a:t>
            </a:r>
            <a:r>
              <a:rPr lang="zh-CN" altLang="en-US"/>
              <a:t>有对应插件</a:t>
            </a:r>
            <a:endParaRPr lang="en-US" altLang="zh-CN"/>
          </a:p>
          <a:p>
            <a:r>
              <a:rPr lang="en-US" altLang="zh-CN"/>
              <a:t>Binary Viewer</a:t>
            </a:r>
            <a:r>
              <a:rPr lang="zh-CN" altLang="en-US"/>
              <a:t>下载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700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没有静态变量赋值和</a:t>
            </a:r>
            <a:r>
              <a:rPr lang="en-US" altLang="zh-CN"/>
              <a:t>static</a:t>
            </a:r>
            <a:r>
              <a:rPr lang="zh-CN" altLang="en-US"/>
              <a:t>代码块是不会生成</a:t>
            </a:r>
            <a:r>
              <a:rPr lang="en-US" altLang="zh-CN"/>
              <a:t>clinit</a:t>
            </a:r>
            <a:r>
              <a:rPr lang="zh-CN" altLang="en-US"/>
              <a:t>方法的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442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要加载子类，必须先加载父类，要执行子类的</a:t>
            </a:r>
            <a:r>
              <a:rPr lang="en-US" altLang="zh-CN"/>
              <a:t>clinit</a:t>
            </a:r>
            <a:r>
              <a:rPr lang="zh-CN" altLang="en-US"/>
              <a:t>方法要先执行父类的</a:t>
            </a:r>
            <a:r>
              <a:rPr lang="en-US" altLang="zh-CN"/>
              <a:t>clinit</a:t>
            </a:r>
            <a:r>
              <a:rPr lang="zh-CN" altLang="en-US"/>
              <a:t>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389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多个线程访问同一个类，该类只会被加载一次</a:t>
            </a:r>
            <a:r>
              <a:rPr lang="en-US" altLang="zh-CN"/>
              <a:t>(JVM</a:t>
            </a:r>
            <a:r>
              <a:rPr lang="zh-CN" altLang="en-US"/>
              <a:t>保证初始化操作加锁同步</a:t>
            </a:r>
            <a:r>
              <a:rPr lang="en-US" altLang="zh-CN"/>
              <a:t>)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224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Bootstrap </a:t>
            </a:r>
            <a:r>
              <a:rPr lang="zh-CN" altLang="en-US"/>
              <a:t>是</a:t>
            </a:r>
            <a:r>
              <a:rPr lang="en-US" altLang="zh-CN"/>
              <a:t>C++</a:t>
            </a:r>
            <a:r>
              <a:rPr lang="zh-CN" altLang="en-US"/>
              <a:t>实现的，不是</a:t>
            </a:r>
            <a:r>
              <a:rPr lang="en-US" altLang="zh-CN"/>
              <a:t>java</a:t>
            </a:r>
            <a:r>
              <a:rPr lang="zh-CN" altLang="en-US"/>
              <a:t>实现的，属于引导类加载器，其他的都是自定义加载器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79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15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看下</a:t>
            </a:r>
            <a:r>
              <a:rPr lang="en-US" altLang="zh-CN"/>
              <a:t>bootstrap </a:t>
            </a:r>
            <a:r>
              <a:rPr lang="zh-CN" altLang="en-US"/>
              <a:t>加载器能加载的</a:t>
            </a:r>
            <a:r>
              <a:rPr lang="en-US" altLang="zh-CN"/>
              <a:t>jar</a:t>
            </a:r>
            <a:r>
              <a:rPr lang="zh-CN" altLang="en-US"/>
              <a:t>路径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538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保护程序安全，自定义的</a:t>
            </a:r>
            <a:r>
              <a:rPr lang="en-US" altLang="zh-CN"/>
              <a:t>String</a:t>
            </a:r>
            <a:r>
              <a:rPr lang="zh-CN" altLang="en-US"/>
              <a:t>并不会被加载，加载的还是系统的</a:t>
            </a:r>
            <a:r>
              <a:rPr lang="en-US" altLang="zh-CN"/>
              <a:t>String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632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加载</a:t>
            </a:r>
            <a:r>
              <a:rPr lang="en-US" altLang="zh-CN"/>
              <a:t>Shkstart</a:t>
            </a:r>
            <a:r>
              <a:rPr lang="zh-CN" altLang="en-US"/>
              <a:t>的时候，会最终委派到</a:t>
            </a:r>
            <a:r>
              <a:rPr lang="en-US" altLang="zh-CN"/>
              <a:t>bootstrap</a:t>
            </a:r>
            <a:r>
              <a:rPr lang="zh-CN" altLang="en-US"/>
              <a:t>类加载器，校验权限的时候是无法通过的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202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暂时了解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076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该</a:t>
            </a:r>
            <a:r>
              <a:rPr lang="en-US" altLang="zh-CN"/>
              <a:t>39-</a:t>
            </a:r>
            <a:r>
              <a:rPr lang="zh-CN" altLang="en-US"/>
              <a:t>运行时数据区内部结构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3EFF-584F-4476-A96F-CBFE7D35C120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205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10756D-93FB-4DB5-8435-80B7D1117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6FE9BF-33A4-432A-9130-FC96A523A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9D27A7-61A7-4ECF-9588-1F63E195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B515AB-A704-4BC7-9BB9-97784716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1ED94F-8898-4004-A8C3-383AB7EA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686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E76AD-CED2-4DC1-B920-F9D175E3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19E458-4124-4F40-8098-A096D9A4B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61D5E3-0F5B-46FA-B05E-80642623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AD9D6-2A9E-4AAB-A834-6CD0AA8ED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BADFE7-15A8-4187-847A-6BF419ECB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759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23837-5A9D-41C5-B02F-3B36B92DC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2CD0E4-BADB-4235-9BE9-D9B48E683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6F025D-482B-4728-8062-7CB4AF53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AC0CA8-4C4A-4409-B709-F9144E1A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6EE57-41DC-441D-82F9-D8B60273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119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B26FA-7C2B-4171-A9E7-59FA3703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E70E9-B066-4CC7-ACAB-518107691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32AD6E-1A2E-4FB9-9A06-94A6449DC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7187F7-BC19-405C-B9AC-62F2BDF77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3B096C-5EDE-4239-BE63-422BD6F2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17011D-4018-44AC-8C29-A843214C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28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F894A-5E84-49DD-92D2-CF0A94322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31D2FC-E5C2-47E5-953E-AAF654B0D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BF8C1D-21FC-4BDC-97A0-C5F94F4FE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6C8CD1-FA3D-4E68-86AA-E1E99EF28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75E519-F664-403C-9989-7FA53A555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AEE0E1-B664-4460-94AB-394FFA8F6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0F89A2-B582-423D-9F26-364841C5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C5DAD8-FB32-435E-BD35-645DD8E8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12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A58EE-2EF3-4729-A4A2-8D0B6DDA2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8F8942-2909-4B38-8C85-ED0A89FF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73D48F-44F7-428E-AABB-8BDB62C79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38B968-CF46-4A57-B9A6-7FBECC2E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74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D4338E-0762-49CE-803E-86284854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0A58E4-A8BC-4AD0-ACD0-3A37E7F88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5922A3-1E32-4F46-B04E-9D09D2DC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77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90886-CF55-41D5-803B-CAABE9C7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4E195-F2FA-4D5B-9009-933462735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1963B0-6569-43C8-8326-524301DD0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74543C-302A-49D7-99FD-80460A0B0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D520E6-F014-40EA-B77C-F1FAEB5A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6E5C43-E44B-443E-9933-3178E8AA6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379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14D33-6DBB-4653-B3CD-ECB643DB7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1880E9-2D09-42A4-9467-07B742EFB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5B2E53-276B-470E-9234-60F466DC4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C67C7A-BA70-4B0A-9C0C-E92DA1E1A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87ED38-68AA-4215-B350-6EC974213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39EB2C-F3DD-4CA7-9A30-527CCF1C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33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90AE7-1D97-4E43-8D4A-0FA6D73C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55E6B9-3FD2-4663-8B3A-0AA29AFE0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CC56F9-9331-4077-ACD9-51137724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7112DB-61BB-450C-B9D1-8B3A69D25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D42879-3A9A-4945-9B05-620BA5BD8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70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82296D-F341-423F-99B2-7219857C9D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0625CC-5C1F-4065-83D1-E08751E42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1540F6-2AC1-4833-B8DF-DAE0EE70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0AED3-91FE-416F-95FA-DCA78AF0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5B56D6-746D-4F75-9841-9331C6E3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875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E89880-422C-4899-B887-15E3DBB87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907249-F045-4EE3-ACDD-4174D67FB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D4CFE7-CDC8-4F0C-BCEB-A73B9F580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E5318-6555-4A6C-82DF-E48FED2D099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7B646B-5DDB-4F13-9E0F-7C39FDB98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9E1F32-6D0B-42BE-8AAA-3FC590B22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F110B-3B1F-474D-B862-7AD063787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02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012267" y="1693333"/>
            <a:ext cx="5283200" cy="21674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02-</a:t>
            </a:r>
            <a:r>
              <a:rPr lang="zh-CN" altLang="en-US"/>
              <a:t>类加载子系统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12267" y="1820317"/>
            <a:ext cx="44454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>
                <a:solidFill>
                  <a:srgbClr val="FF9F00"/>
                </a:solidFill>
              </a:rPr>
              <a:t>02-</a:t>
            </a:r>
            <a:r>
              <a:rPr lang="zh-CN" altLang="en-US" sz="4400" b="1">
                <a:solidFill>
                  <a:srgbClr val="FF9F00"/>
                </a:solidFill>
              </a:rPr>
              <a:t>类加载子系统</a:t>
            </a:r>
          </a:p>
        </p:txBody>
      </p:sp>
    </p:spTree>
    <p:extLst>
      <p:ext uri="{BB962C8B-B14F-4D97-AF65-F5344CB8AC3E}">
        <p14:creationId xmlns:p14="http://schemas.microsoft.com/office/powerpoint/2010/main" val="21211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8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8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DA1CC33-F001-449D-8FFC-79E36E388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37"/>
            <a:ext cx="12192000" cy="68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595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068F30-F458-4F14-B297-56A21D866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84"/>
            <a:ext cx="12192000" cy="682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08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673" y="0"/>
            <a:ext cx="8816428" cy="6858000"/>
          </a:xfrm>
        </p:spPr>
      </p:pic>
    </p:spTree>
    <p:extLst>
      <p:ext uri="{BB962C8B-B14F-4D97-AF65-F5344CB8AC3E}">
        <p14:creationId xmlns:p14="http://schemas.microsoft.com/office/powerpoint/2010/main" val="1468706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04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66687"/>
            <a:ext cx="11668125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22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01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57162"/>
            <a:ext cx="11649075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3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N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52400"/>
            <a:ext cx="11668125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660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133350"/>
            <a:ext cx="1167765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49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2400"/>
            <a:ext cx="116586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75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47637"/>
            <a:ext cx="1165860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56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B49C14-0CFA-4737-9B99-0C1715620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616268"/>
            <a:ext cx="6615953" cy="40347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922AF10-D111-48E9-8FEA-F28DC63D8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439516"/>
            <a:ext cx="6883438" cy="359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68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4B0472A-AB37-4492-AC55-AE9A16D89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9439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73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FD91C7A-F6B1-4C51-B49B-62CFB43E9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963150" cy="31908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8AF450-AAA8-48F9-B2EF-E0427AD68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388" y="3190875"/>
            <a:ext cx="1006792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80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66687"/>
            <a:ext cx="11658600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41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7162"/>
            <a:ext cx="11658600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31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" y="147637"/>
            <a:ext cx="11649075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41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3102E42-A3FC-4E48-A4C7-98875BD57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7924800" cy="45953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D741776-0B98-405D-B430-A411BC96E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595310"/>
            <a:ext cx="9023146" cy="9429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2A1C165-991F-4DFF-97E4-408EBD4EB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657" y="5538285"/>
            <a:ext cx="9448800" cy="88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01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147637"/>
            <a:ext cx="1167765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39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57162"/>
            <a:ext cx="11649075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66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188203"/>
            <a:ext cx="11630025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92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8926AAD-3470-4BF2-9864-DFBF58F66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174" y="1695450"/>
            <a:ext cx="10315575" cy="23812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1385E24-0AC3-4212-A71D-AA5660685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772650" cy="16954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A3FFBA7-3873-4200-91AF-91200274D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30944"/>
            <a:ext cx="9105900" cy="14763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46F4180-8F65-499E-A7BE-927F49DA5B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905500"/>
            <a:ext cx="987742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0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38112"/>
            <a:ext cx="11649075" cy="65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09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2400"/>
            <a:ext cx="116586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90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142875"/>
            <a:ext cx="11706225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871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7162"/>
            <a:ext cx="11658600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526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123825"/>
            <a:ext cx="11706225" cy="66103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CC6D07F-4390-4F4C-80B1-04BFC5A66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2339" y="5499666"/>
            <a:ext cx="5533565" cy="10878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349988-740A-4037-B3D0-0783B41CB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226" y="5537683"/>
            <a:ext cx="7846142" cy="84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38112"/>
            <a:ext cx="11696700" cy="65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240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38112"/>
            <a:ext cx="11696700" cy="65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73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1F56F66-4216-4766-A281-29894C200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612164" cy="289068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1F75993-5A97-4BA0-8850-7B2139BC4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65666"/>
            <a:ext cx="9229725" cy="21621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A6325D-2AA0-46BE-9A28-80D75F37F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245507"/>
            <a:ext cx="93726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071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33350"/>
            <a:ext cx="11668125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762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E3D6F2-1CC6-469E-977B-13A801942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76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0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157162"/>
            <a:ext cx="11687175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02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152400"/>
            <a:ext cx="11677650" cy="6553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B22B8C0-15FC-450E-8CCC-1EAA292D3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63634"/>
            <a:ext cx="7393858" cy="334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19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138112"/>
            <a:ext cx="11687175" cy="65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49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3350"/>
            <a:ext cx="1173480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85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157162"/>
            <a:ext cx="11677650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7653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147637"/>
            <a:ext cx="1169670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37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147637"/>
            <a:ext cx="1169670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7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188</Words>
  <Application>Microsoft Office PowerPoint</Application>
  <PresentationFormat>宽屏</PresentationFormat>
  <Paragraphs>27</Paragraphs>
  <Slides>42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 明</dc:creator>
  <cp:lastModifiedBy>J Sir</cp:lastModifiedBy>
  <cp:revision>28</cp:revision>
  <dcterms:created xsi:type="dcterms:W3CDTF">2021-02-22T15:52:05Z</dcterms:created>
  <dcterms:modified xsi:type="dcterms:W3CDTF">2021-08-23T11:13:40Z</dcterms:modified>
</cp:coreProperties>
</file>