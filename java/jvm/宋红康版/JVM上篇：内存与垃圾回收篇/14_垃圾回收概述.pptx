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315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1DB03-9D5B-496B-9AD7-45DC810EF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BC2360-9B64-4443-B2D9-61C6467E3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62983-5274-4BB7-94F8-E6CD96FB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D19778-8856-4785-8A91-1E201DF0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A471B4-1545-40A7-848C-9F64CDB0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11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BA744-A7C6-41F4-BC37-17E31E05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0A7FD-2193-475B-8C5D-FF416B035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F18B6-190E-4145-8DD9-ADDD38EB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2975C3-89B5-4130-9064-5CA30BAC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5FD4E-E977-42D2-AB13-1D8011BA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33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CEF61-895D-45B7-B5F5-06051192C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C55067-2C20-4426-A815-A908A309F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D69C6-E877-45A4-B06D-568B5A1A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94AA9-34DA-435E-B66A-D10B190F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01296-D569-4784-87BC-4A51484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06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C1B96-13B3-4BBF-A057-A04099FD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252FD-A658-48A7-A3C5-EF188B664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1A15F1-F207-481B-A7FC-FDE12D08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246956-D47E-498C-929D-D7BC5F60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3E14FA-C236-406C-90C9-A67CA9DA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031ED9-9911-4AD6-8FA0-00AE095D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93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56194-6DE8-4375-9973-95EAE190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09ADC4-5815-46DE-96DC-D6D7EB301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BB2BA6-06FD-48D7-A364-2553BD5A2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586396-B335-4A85-9459-AA766C3B1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CE00E-4662-4C3D-88B4-BC750A298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44463E-1871-4B73-8D7B-4A5E331A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170631-6CAE-49D5-A8E3-CA20153D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E4E908-FE01-4F4B-9D3F-2805AA9E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5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3C78A-83CC-4701-A318-490BB01F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10CA2B-26BE-447F-B70F-079A8C12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EE3EAE-8D6F-4A4A-BF63-768D4C03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11A77F-90FA-4CEC-9E77-D2856D4F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7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589233-6E05-45E9-902A-DC0DB469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B35A5D-49BA-4AE7-B54B-039A1DAFC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FAF2FE-8861-4ED0-92F9-BFCA3C83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87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2DE99-0910-41EE-9664-63E011CD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1ADA3-8803-48EB-A8A9-55383150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69DBA-8A3B-4206-B88F-31EF119A0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67225-C8F5-45F7-A6C3-30C2E0F9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915E56-40DE-4C3E-A63A-8CD3A5AC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A37C53-1514-4B5C-8227-58554EE0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52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4D6D7-5FEC-4F1D-B535-5892D586C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680FB1-9E30-4B54-A117-5AA5653A7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09A4CD-69BF-4C0E-8B41-748C0473A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9F74F6-FA89-4CF2-B540-65F072A3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77922-1A30-4C89-98EA-8E77DB18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BF4CD3-9160-495D-936D-F6D4C683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7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89CAA-B883-4842-BB68-84DF86B9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A8CAF6-C420-4D37-B1EA-23D6B109D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B1EB4-9DA2-4E63-9EE8-52437086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D747F7-D2D8-4985-95B0-416A5ABC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EF2603-5AFF-4A5F-9279-EB642256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F816F9-C525-495A-8AE8-F0C541075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C4EB9E-CC58-4369-8470-D031497EC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209BF3-5C5D-4DF4-A82D-FCC98377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3125E-787F-43A6-A1AD-5BCCC718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53D38-5886-46B1-8CF7-196192E8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0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263B56-2E37-41E1-A2E2-7BFB05FA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0B673F-D630-4678-872A-D88C3F682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83B432-FC74-4D7B-8E26-EA82845CB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86C74-828C-4766-8B44-45877AD0B42F}" type="datetimeFigureOut">
              <a:rPr lang="zh-CN" altLang="en-US" smtClean="0"/>
              <a:t>2021/10/2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C593C2-C953-4957-9E1F-D79CB9748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6D8C6-656E-4292-A648-7AC54197D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BE72B-6E90-4FA4-B3A2-B7C5AD2A29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69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3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16" y="0"/>
            <a:ext cx="12226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6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D9A544-A2DF-4CD4-BAE8-41085896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419100"/>
            <a:ext cx="61722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9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95666"/>
            <a:ext cx="11800000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6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14714"/>
            <a:ext cx="11761905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2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14714"/>
            <a:ext cx="11800000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7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9" y="124238"/>
            <a:ext cx="11704762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15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8" y="76619"/>
            <a:ext cx="11809524" cy="6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8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9952"/>
            <a:ext cx="11761905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1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05190"/>
            <a:ext cx="11790476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3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52" y="124238"/>
            <a:ext cx="11838095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24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5" y="133762"/>
            <a:ext cx="11876190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8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9952"/>
            <a:ext cx="11761905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1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76619"/>
            <a:ext cx="11828571" cy="6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29000"/>
            <a:ext cx="11761905" cy="6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77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86143"/>
            <a:ext cx="11780952" cy="6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82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33762"/>
            <a:ext cx="11771428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07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1" y="114714"/>
            <a:ext cx="11695238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4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19476"/>
            <a:ext cx="11780952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06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14714"/>
            <a:ext cx="11780952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7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4</cp:revision>
  <dcterms:created xsi:type="dcterms:W3CDTF">2021-02-22T15:57:29Z</dcterms:created>
  <dcterms:modified xsi:type="dcterms:W3CDTF">2021-10-02T10:55:44Z</dcterms:modified>
</cp:coreProperties>
</file>