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7" r:id="rId2"/>
    <p:sldId id="298" r:id="rId3"/>
    <p:sldId id="288" r:id="rId4"/>
    <p:sldId id="289" r:id="rId5"/>
    <p:sldId id="299" r:id="rId6"/>
    <p:sldId id="290" r:id="rId7"/>
    <p:sldId id="291" r:id="rId8"/>
    <p:sldId id="292" r:id="rId9"/>
    <p:sldId id="293" r:id="rId10"/>
    <p:sldId id="294" r:id="rId11"/>
    <p:sldId id="296" r:id="rId12"/>
    <p:sldId id="295" r:id="rId13"/>
    <p:sldId id="29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userDrawn="1">
          <p15:clr>
            <a:srgbClr val="A4A3A4"/>
          </p15:clr>
        </p15:guide>
        <p15:guide id="3" pos="7680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5" orient="horz" pos="43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6" y="283"/>
      </p:cViewPr>
      <p:guideLst>
        <p:guide/>
        <p:guide pos="7680"/>
        <p:guide orient="horz"/>
        <p:guide orient="horz" pos="43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70340-3956-474A-A74E-ACBD36EB2A66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6356C-0ACD-4233-87B3-18EF0ADC65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207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G9 </a:t>
            </a:r>
            <a:r>
              <a:rPr lang="zh-CN" altLang="en-US"/>
              <a:t>和</a:t>
            </a:r>
            <a:r>
              <a:rPr lang="en-US" altLang="zh-CN"/>
              <a:t>Jrocket </a:t>
            </a:r>
            <a:r>
              <a:rPr lang="zh-CN" altLang="en-US"/>
              <a:t>没有方法区了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6356C-0ACD-4233-87B3-18EF0ADC65F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77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一个</a:t>
            </a:r>
            <a:r>
              <a:rPr lang="en-US" altLang="zh-CN"/>
              <a:t>jvm</a:t>
            </a:r>
            <a:r>
              <a:rPr lang="zh-CN" altLang="en-US"/>
              <a:t>实例对应着一个</a:t>
            </a:r>
            <a:r>
              <a:rPr lang="en-US" altLang="zh-CN"/>
              <a:t>Runtime</a:t>
            </a:r>
            <a:r>
              <a:rPr lang="zh-CN" altLang="en-US"/>
              <a:t>对象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6356C-0ACD-4233-87B3-18EF0ADC65F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437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1B8DE-B7A4-42D8-9257-FDD538382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D0B0D3-D2BB-40E3-99E0-C0277C452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867FB0-CEF4-4E12-A6E7-1DE5BD1FF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98C3-61C5-4A83-B208-D3E10CAA8FFC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0FA6A1-7506-4F24-9DBF-1A54B47F9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86A33C-6B71-45D1-9DB4-543847A2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5233-44D4-4954-884E-BC6359237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610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A58E2-8023-42AF-8594-1F351BC0D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CB4197-33B8-4431-A83B-E1B9E7D63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2B656B-B6B2-4E79-8DBD-F962A6F78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98C3-61C5-4A83-B208-D3E10CAA8FFC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3F1387-F926-4DB2-8B0F-66A1A90A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F9B25F-3203-4E05-9BD4-29DCBC90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5233-44D4-4954-884E-BC6359237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333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F166A-4DFF-4568-9F76-3ED330E06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B2C1FB-B5DC-468D-9079-4ECD607F3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13AD99-A89D-4628-AFA6-7A4856CCD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98C3-61C5-4A83-B208-D3E10CAA8FFC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35AD8-3F29-4A37-B4CD-F3D22410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1C735E-E610-49BF-BC2B-14FEE366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5233-44D4-4954-884E-BC6359237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8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96961-B453-4549-B94E-EE0EC4B7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928201-F21A-46F5-A031-C7F630496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7618B8-C778-447D-B0F0-95185F671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113D26-A06D-4306-8572-A2A275D5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98C3-61C5-4A83-B208-D3E10CAA8FFC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E988C4-0ECA-434A-9F84-2A9DF0A6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15F93B-A942-4757-A3AC-00A395F5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5233-44D4-4954-884E-BC6359237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213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DFAD1A-EBBE-453A-867F-3241F83C9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D62C77-6B0F-4DE8-BAC6-3FE383D34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164D8B-B4D6-4DF1-A4E1-8DFEE4119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51BCFF-F50D-494E-BBDE-88EA8C770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A83B60-D62A-4CDA-AEDC-B849403FD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273CAA-F377-4158-AD7D-493418138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98C3-61C5-4A83-B208-D3E10CAA8FFC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7D0C34-6ACF-47AB-AC28-69ACEDEED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FB21624-7372-4546-9709-18D09B52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5233-44D4-4954-884E-BC6359237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1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0AFB53-654D-4536-9569-FC530068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479E76-0596-4D4C-B672-168D663E9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98C3-61C5-4A83-B208-D3E10CAA8FFC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B0F770-37AD-4ABE-BE4F-2181D3068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109FBB-C27B-400A-8252-223FEEBF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5233-44D4-4954-884E-BC6359237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79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707BDD-E84B-4B03-B020-0147DF363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98C3-61C5-4A83-B208-D3E10CAA8FFC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4F4684-DDC7-4B02-808C-648F954B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13D34B-2FAD-4B02-B2AD-22759906D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5233-44D4-4954-884E-BC6359237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771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557B8A-6A7C-4D91-9657-1FE0BF82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480C1-115B-417C-8189-D09864E35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FA387D-19E7-4E1E-ABDE-3A45A9AEE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3E5087-0D72-4649-BAF9-4BF607DF2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98C3-61C5-4A83-B208-D3E10CAA8FFC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CE16F1-7E0E-424F-A1AA-3CE8DC87E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FF5B6E-E7FD-48A0-9689-F38C19DC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5233-44D4-4954-884E-BC6359237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4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7D1B8-4557-428F-9EF1-EFA68F7AB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D00E70-FC1B-48E5-BB2F-31F7C3489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CD6EC2-2908-470F-8E0A-A6D37E19A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276609-D031-4370-8319-4E86F0FB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98C3-61C5-4A83-B208-D3E10CAA8FFC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C2B698-4EB2-4EB8-B1D7-57DB228B3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8AA7BC-9B8A-40A5-B7E8-E6E83212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5233-44D4-4954-884E-BC6359237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740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1F8E2C-FE3E-461D-B1AB-13F0D42C2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F246F9-110D-40B7-AE58-E36C7E016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6D2976-4115-4CEB-B698-8149F5FC7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98C3-61C5-4A83-B208-D3E10CAA8FFC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23C66F-59E1-45CA-A686-E16B9D2A9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AC96D-E105-48E2-B6F8-FB4FCA66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5233-44D4-4954-884E-BC6359237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05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CBBB0A-1FE8-468E-A8C1-827ABB406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E2C270-3FC2-43CB-9353-EFE9073FB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3FD9D2-1A3A-4CB9-8E0A-F7F61536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98C3-61C5-4A83-B208-D3E10CAA8FFC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96B4E8-35EB-4974-A71D-DD1E78999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8CB579-D235-4DA9-BE15-6E5A415D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5233-44D4-4954-884E-BC6359237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63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B49B3A-9D02-4071-903B-E3CA8E4E2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9CC01C-24C1-41BF-9717-1BB517DC3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E22C47-F6AA-485A-9187-51D6024AA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498C3-61C5-4A83-B208-D3E10CAA8FFC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5B7F5A-6B90-47BE-8464-97524DE21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7CA78B-8655-459C-9127-731835308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D5233-44D4-4954-884E-BC6359237E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57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52400"/>
            <a:ext cx="11668125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856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147637"/>
            <a:ext cx="11649075" cy="65627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825388" y="2941504"/>
            <a:ext cx="2633031" cy="4874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1 - </a:t>
            </a:r>
            <a:r>
              <a:rPr lang="zh-CN" altLang="en-US" sz="3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314468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147637"/>
            <a:ext cx="1167765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31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52400"/>
            <a:ext cx="116586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3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6F3B8D-1BB5-449D-8488-7525F1A25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609600"/>
            <a:ext cx="1003935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955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" y="157162"/>
            <a:ext cx="11677650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6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38112"/>
            <a:ext cx="11696700" cy="65817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ED17071-A6A9-4C58-8E23-69809EAE4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353" y="0"/>
            <a:ext cx="12307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43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152400"/>
            <a:ext cx="11725275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90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52400"/>
            <a:ext cx="116967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" y="142875"/>
            <a:ext cx="11649075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6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147637"/>
            <a:ext cx="11649075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44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133350"/>
            <a:ext cx="1163955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9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" y="147637"/>
            <a:ext cx="11706225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3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</Words>
  <Application>Microsoft Office PowerPoint</Application>
  <PresentationFormat>宽屏</PresentationFormat>
  <Paragraphs>5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郭 明</dc:creator>
  <cp:lastModifiedBy>J Sir</cp:lastModifiedBy>
  <cp:revision>5</cp:revision>
  <dcterms:created xsi:type="dcterms:W3CDTF">2021-02-22T15:52:24Z</dcterms:created>
  <dcterms:modified xsi:type="dcterms:W3CDTF">2021-08-23T14:10:54Z</dcterms:modified>
</cp:coreProperties>
</file>