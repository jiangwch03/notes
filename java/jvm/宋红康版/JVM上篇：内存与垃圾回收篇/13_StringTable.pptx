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65" r:id="rId10"/>
    <p:sldId id="366" r:id="rId11"/>
    <p:sldId id="264" r:id="rId12"/>
    <p:sldId id="367" r:id="rId13"/>
    <p:sldId id="265" r:id="rId14"/>
    <p:sldId id="266" r:id="rId15"/>
    <p:sldId id="267" r:id="rId16"/>
    <p:sldId id="268" r:id="rId17"/>
    <p:sldId id="269" r:id="rId18"/>
    <p:sldId id="270" r:id="rId19"/>
    <p:sldId id="368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371" r:id="rId28"/>
    <p:sldId id="369" r:id="rId29"/>
    <p:sldId id="278" r:id="rId30"/>
    <p:sldId id="279" r:id="rId31"/>
    <p:sldId id="280" r:id="rId32"/>
    <p:sldId id="281" r:id="rId33"/>
    <p:sldId id="282" r:id="rId34"/>
    <p:sldId id="283" r:id="rId35"/>
    <p:sldId id="285" r:id="rId36"/>
    <p:sldId id="286" r:id="rId37"/>
    <p:sldId id="372" r:id="rId38"/>
    <p:sldId id="284" r:id="rId39"/>
    <p:sldId id="359" r:id="rId40"/>
    <p:sldId id="360" r:id="rId41"/>
    <p:sldId id="373" r:id="rId42"/>
    <p:sldId id="361" r:id="rId43"/>
    <p:sldId id="362" r:id="rId44"/>
    <p:sldId id="363" r:id="rId45"/>
    <p:sldId id="364" r:id="rId46"/>
    <p:sldId id="287" r:id="rId47"/>
    <p:sldId id="374" r:id="rId48"/>
    <p:sldId id="288" r:id="rId49"/>
    <p:sldId id="289" r:id="rId50"/>
    <p:sldId id="291" r:id="rId51"/>
    <p:sldId id="290" r:id="rId52"/>
    <p:sldId id="292" r:id="rId53"/>
    <p:sldId id="293" r:id="rId54"/>
    <p:sldId id="294" r:id="rId55"/>
    <p:sldId id="295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3B69D-1CFB-4BEF-A420-871ACC15F577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DB041-6BA0-4A0E-B715-59FE2EA41C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66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String  StringBuffer StringBuilder </a:t>
            </a:r>
            <a:r>
              <a:rPr lang="zh-CN" altLang="en-US"/>
              <a:t>都改动了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11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String</a:t>
            </a:r>
            <a:r>
              <a:rPr lang="zh-CN" altLang="en-US"/>
              <a:t>的不可变性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69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94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899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永久代默认大小比较小，</a:t>
            </a:r>
            <a:r>
              <a:rPr lang="en-US" altLang="zh-CN"/>
              <a:t>String</a:t>
            </a:r>
            <a:r>
              <a:rPr lang="zh-CN" altLang="en-US"/>
              <a:t>不够放 </a:t>
            </a:r>
            <a:r>
              <a:rPr lang="en-US" altLang="zh-CN"/>
              <a:t>2.</a:t>
            </a:r>
            <a:r>
              <a:rPr lang="zh-CN" altLang="en-US"/>
              <a:t>永久代垃圾回收的频率很低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670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319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555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DB041-6BA0-4A0E-B715-59FE2EA41C7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010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A4C8F-9289-44A0-AF15-B7DF9D8B51B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11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92C7F-3DF0-4472-9875-CD2893CD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E598A8-948A-4F12-94AF-D2D6117AF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4FB16-8B93-4CC9-833F-829821C8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D3244-38C0-456A-8DC1-763F441D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799546-64E2-4B0B-A6D0-8780B0A5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5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F1DCC-078B-4237-B90A-CDFE4D28A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D25D0-A937-4167-89FA-BFD22E2AC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6D20E-3985-4BD1-BA0D-9537E5AC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DC42F9-861B-4A49-9164-9F125269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B8F4A-005A-45C2-9D7E-755ED873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90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28E75-7ABA-48C0-B6B5-17A6DC1D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FC00D7-6F49-43BF-A6D4-F3A7F8249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A48D49-B526-4667-BECD-53B671186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D2BFC-55F8-41AB-AD77-A6674706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AA07A-B0F9-4388-B397-1A37CAF2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05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2A1D1-D036-4858-9DC5-E4B6F560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F7F33-0CF1-4E4B-B5B7-9A89E475C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D3562-7F4B-4DBF-81D1-C12ECE1F3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FB35B-165B-4192-8E87-115C1C14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483C5F-9E55-4FFA-BE2C-313BD8E5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D990C-3696-48D3-A96E-BC4852C6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08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1CBD4-9FA2-4199-90FB-A2765C85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358E1D-A399-4556-A78A-51FDF5951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3D23EE-9F4A-49F7-A8DC-4952D6B3F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4F18D4-82A5-4058-AF65-D7F2BDDFC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CF0B9E-1D85-42F5-9389-EDEB6ED29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518800-5F14-4D33-9393-79F981F4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1417F8-6F03-4E92-96B8-4063B73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56DA27-7C10-426D-AD0B-BD3266AD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44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25024-A27F-40D7-AC45-C11AE232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4188A6-E28C-4A07-820E-E1A9727C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129A3E-3D3E-443E-830D-BCBA7B94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ED442F-EB61-42B8-AFB0-1355171E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60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116172-F36C-4B03-B13F-1DBE93CF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B27F8B-10E6-48F2-9335-E187EB8D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8330B3-320B-45DB-9C22-F245EF12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5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8EC62-E85B-4BC3-B5BC-10A40274F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8B80C-F044-4DF9-80E9-599989067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8B92C0-B6CC-4521-816A-66AE6DFB8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293882-3FF3-4293-B126-56A405AC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82238D-ACF6-46B5-878E-295B38FF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A2BAF2-380B-4828-9E60-1E493E32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49CF4-29CE-4218-AABD-D0AE4A05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27CAA5-BA02-4748-9C8A-E5471E75F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0E1C9C-56A2-47F7-9512-2169F3976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7B7568-DA41-4029-81C3-57DCA6C4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CE6437-7DFD-485E-90C2-6261213B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C37917-F397-4482-B40E-A91C4379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25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6960F-BA15-41E0-BD03-9B584CBA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AF1B92-9859-4A73-8261-9539B2415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BD3C4-DC80-4E15-BEBD-934F41A1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958C8-DE1D-4BDD-BAF3-EB37F36B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25888B-CBDD-4331-BB9B-E47E3A98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83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DD1175-987C-48E3-9EB1-215DDA4FC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EF79DF-B5B7-41CF-8554-24F9456F6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2CADE-5828-445C-AC8A-0D051940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175D08-0B01-407B-8C9E-AB6C11C6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B6B3A1-1387-43A6-AD41-B8AED643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18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A0C585-5A91-4127-8D97-59AA28050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DB08DA-48AE-46A8-BE47-83373CC1E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97593-A607-4C0E-AB1C-F758BA767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CE127-7AEA-439D-BE8F-2B69149AD456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6EB71-FA5A-45F8-BC02-330399330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CC5D23-DA07-497E-A46D-279B562FF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50002-7806-4066-B8BE-9C19FC3DD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62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7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86143"/>
            <a:ext cx="11790476" cy="6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4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5" y="100428"/>
            <a:ext cx="11723809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6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6" y="100428"/>
            <a:ext cx="11666667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63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05" y="100428"/>
            <a:ext cx="11876190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71" y="81381"/>
            <a:ext cx="11742857" cy="6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0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62" y="105190"/>
            <a:ext cx="11790476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7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00428"/>
            <a:ext cx="11771428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8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1CF3F3-C9CF-4C41-B010-6D6E5546C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2925"/>
            <a:ext cx="8334375" cy="3028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765D4B-C0A0-4090-B82A-0D398134C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9" y="2642571"/>
            <a:ext cx="7610475" cy="2476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BA4EBB-7BB2-49A1-BF0E-974C28B45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19071"/>
            <a:ext cx="93916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86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36DABE-0736-4741-9C4A-74E9B5F76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3" y="0"/>
            <a:ext cx="9886950" cy="4943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48E7EE-27CD-4D08-9071-E35ED6EDA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33" y="5062706"/>
            <a:ext cx="86868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78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9" y="143285"/>
            <a:ext cx="11752381" cy="65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89DF4C-5213-4283-8399-311632BD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0" y="6619539"/>
            <a:ext cx="11449050" cy="76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818AD6-A53B-477A-A036-B3240862F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467" y="4416629"/>
            <a:ext cx="84201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73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69A1AEC-13FA-4F3F-ADBA-1A0B72AB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011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2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14714"/>
            <a:ext cx="11790476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7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6" y="124238"/>
            <a:ext cx="11819047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52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09952"/>
            <a:ext cx="11780952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1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14714"/>
            <a:ext cx="11761905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2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8" y="71857"/>
            <a:ext cx="11857143" cy="6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3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52" y="81381"/>
            <a:ext cx="11838095" cy="6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0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25F449-3A6C-4B52-A512-3F03C127A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8873"/>
            <a:ext cx="10820400" cy="49720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26BDF00-AD47-4EDD-A0D5-6C2A54EE5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582150" cy="1000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AF0671-2846-48B6-A240-E1C2E1EC1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877" y="0"/>
            <a:ext cx="10877550" cy="14001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FD571AC-CB7E-43BB-8C7B-932542DA0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877" y="1637663"/>
            <a:ext cx="100203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42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90905"/>
            <a:ext cx="11761905" cy="6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35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6" y="105190"/>
            <a:ext cx="11819047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1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9" y="90905"/>
            <a:ext cx="11752381" cy="6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51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19476"/>
            <a:ext cx="11771428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53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9714" y="-166238"/>
            <a:ext cx="12771428" cy="7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51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7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5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025"/>
            <a:ext cx="10601325" cy="36099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C79AD9-FDDF-415B-B28F-F041E1BF6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" y="-244624"/>
            <a:ext cx="101727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00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8C144A-5BAB-4BC1-BA9B-68561B81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7395532" cy="44777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77E0964-1722-460D-AE32-5E9BB20A9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77732"/>
            <a:ext cx="8743950" cy="2476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4A28F6-D12B-499A-A714-99B69CC69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055" y="0"/>
            <a:ext cx="109442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5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75F3ADE-FE09-4EF9-B821-924B934F2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6167" cy="49538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4FBB89-5440-4A39-A2D4-12ACFB520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60916"/>
            <a:ext cx="112871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00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241" y="782320"/>
            <a:ext cx="9440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40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52" y="143285"/>
            <a:ext cx="8238095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52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4841"/>
            <a:ext cx="11010507" cy="780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85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41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08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6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76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666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r="11631"/>
          <a:stretch/>
        </p:blipFill>
        <p:spPr>
          <a:xfrm>
            <a:off x="7725438" y="5383193"/>
            <a:ext cx="5827973" cy="18180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F7BAFA-787B-4E30-8CF1-7E70097DF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61412" y="5496867"/>
            <a:ext cx="90868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3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715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B50D896-F54C-4773-A1A7-DE5CABAE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85" y="2282825"/>
            <a:ext cx="9124950" cy="9715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00E945-AAC4-44EF-854A-43D0C01F4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685" y="4318952"/>
            <a:ext cx="8477250" cy="18573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2BC9FAD-D9FE-4DA2-AC9F-4C3E42276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685" y="6176327"/>
            <a:ext cx="93916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79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4" y="176619"/>
            <a:ext cx="9780952" cy="6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11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275AB1-CEA4-4FF4-9357-3BB26CB43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40"/>
            <a:ext cx="12147818" cy="65354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7E1E02-C6BC-4F7B-9FBF-16DE05D12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2" y="627380"/>
            <a:ext cx="11620500" cy="4648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537724-8FDF-49C0-ADC6-2AEC3E1C8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11787"/>
            <a:ext cx="112014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06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04241"/>
            <a:ext cx="7782560" cy="801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98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090400" cy="687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99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79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0449DA-C1E0-421E-9966-C866756A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3467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88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FDDF931-663B-4A4C-ADC5-1E09CE39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70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68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8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38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76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44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37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36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808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438368-27FE-4E82-BFB1-1E03FB88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51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46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57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6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46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9" y="476619"/>
            <a:ext cx="10104762" cy="5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553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053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74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2"/>
            <a:ext cx="12192000" cy="68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204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9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14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29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69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41</Words>
  <Application>Microsoft Office PowerPoint</Application>
  <PresentationFormat>宽屏</PresentationFormat>
  <Paragraphs>12</Paragraphs>
  <Slides>55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49</cp:revision>
  <dcterms:created xsi:type="dcterms:W3CDTF">2021-02-22T15:57:18Z</dcterms:created>
  <dcterms:modified xsi:type="dcterms:W3CDTF">2021-10-02T15:41:36Z</dcterms:modified>
</cp:coreProperties>
</file>