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7" r:id="rId2"/>
    <p:sldId id="388" r:id="rId3"/>
    <p:sldId id="389" r:id="rId4"/>
    <p:sldId id="390" r:id="rId5"/>
    <p:sldId id="391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07" r:id="rId22"/>
    <p:sldId id="408" r:id="rId23"/>
    <p:sldId id="409" r:id="rId24"/>
    <p:sldId id="410" r:id="rId25"/>
    <p:sldId id="411" r:id="rId26"/>
    <p:sldId id="412" r:id="rId27"/>
    <p:sldId id="413" r:id="rId28"/>
    <p:sldId id="414" r:id="rId29"/>
    <p:sldId id="415" r:id="rId30"/>
    <p:sldId id="416" r:id="rId31"/>
    <p:sldId id="417" r:id="rId32"/>
    <p:sldId id="418" r:id="rId33"/>
    <p:sldId id="419" r:id="rId34"/>
    <p:sldId id="420" r:id="rId35"/>
    <p:sldId id="421" r:id="rId36"/>
    <p:sldId id="422" r:id="rId37"/>
    <p:sldId id="423" r:id="rId38"/>
    <p:sldId id="424" r:id="rId39"/>
    <p:sldId id="425" r:id="rId40"/>
    <p:sldId id="434" r:id="rId41"/>
    <p:sldId id="426" r:id="rId42"/>
    <p:sldId id="427" r:id="rId43"/>
    <p:sldId id="428" r:id="rId44"/>
    <p:sldId id="429" r:id="rId45"/>
    <p:sldId id="430" r:id="rId46"/>
    <p:sldId id="431" r:id="rId47"/>
    <p:sldId id="432" r:id="rId48"/>
    <p:sldId id="433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76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81" y="67"/>
      </p:cViewPr>
      <p:guideLst>
        <p:guide orient="horz" pos="4320"/>
        <p:guide/>
        <p:guide orient="horz"/>
        <p:guide pos="76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23204-7FDF-4706-9B62-BCFABC013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0C7A64-FB80-4B72-A3E0-FDEEB7C59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FAB30A-212F-4CCF-B522-CA5B1272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9449-AE79-44ED-AC7C-2E4E8B697B11}" type="datetimeFigureOut">
              <a:rPr lang="zh-CN" altLang="en-US" smtClean="0"/>
              <a:t>2021/10/4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A29EE9-98E3-4338-89FE-233AA5B2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C05D73-A650-482D-A6D0-0BB92C09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2184-BC57-4D00-A3C9-2288F9C6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05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7E17A-85C1-4C8F-B5AB-FFFD0E286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EA51F2-CBFA-488D-A114-DB2BE61B2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66B4E6-730E-4B29-AD32-FAB5938DC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9449-AE79-44ED-AC7C-2E4E8B697B11}" type="datetimeFigureOut">
              <a:rPr lang="zh-CN" altLang="en-US" smtClean="0"/>
              <a:t>2021/10/4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05DC4B-882A-412C-8E5C-EDA01DD5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B9FDF4-6074-4A07-8B7F-E841F1CF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2184-BC57-4D00-A3C9-2288F9C6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508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3F029-9450-419E-B5AE-2105E9B15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3EA2A2-D04E-4E6E-A65D-2BF3DB4F5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8791C9-CBF5-4EAB-B917-A857219D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9449-AE79-44ED-AC7C-2E4E8B697B11}" type="datetimeFigureOut">
              <a:rPr lang="zh-CN" altLang="en-US" smtClean="0"/>
              <a:t>2021/10/4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35925F-6812-4EBB-8DB7-92997F45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611278-EF46-40CE-84A2-660155B2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2184-BC57-4D00-A3C9-2288F9C6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69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53C28-E0A2-4B10-A83B-7D0FD26F3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5A650B-0C55-48AA-97EF-99E734A34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D43F77-DE0C-45A6-B80D-4FA9B1FD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7216B2-A8EE-4B6A-9A00-358C5D5CA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9449-AE79-44ED-AC7C-2E4E8B697B11}" type="datetimeFigureOut">
              <a:rPr lang="zh-CN" altLang="en-US" smtClean="0"/>
              <a:t>2021/10/4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F820A6-C37B-469D-9FA9-87CB73242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E3AC43-09F9-4CF0-9045-08E7DA20E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2184-BC57-4D00-A3C9-2288F9C6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02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7A39A-D95F-456F-B332-3C7691012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FF53D1-52CE-4078-BBCE-42FCC5F40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440B9B-C970-4CB8-AFF5-967C0EBD3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21D3B8-8B4D-4AF5-9E96-AB2151F97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F7CBD6-6FD4-4F99-A82E-A2C31B70D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2345CF-8722-4888-A1F4-A392668E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9449-AE79-44ED-AC7C-2E4E8B697B11}" type="datetimeFigureOut">
              <a:rPr lang="zh-CN" altLang="en-US" smtClean="0"/>
              <a:t>2021/10/4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FB0E89-CC29-47C7-9FD7-29F005057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B4F32A-D6CC-4710-8CF5-4B20014A3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2184-BC57-4D00-A3C9-2288F9C6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2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F173A-EE77-4D42-93BC-3F9601D2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310E13-5277-4C7A-AFB6-B701C82DF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9449-AE79-44ED-AC7C-2E4E8B697B11}" type="datetimeFigureOut">
              <a:rPr lang="zh-CN" altLang="en-US" smtClean="0"/>
              <a:t>2021/10/4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79D927-D714-412F-A7F0-28EAC4D3B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88AAF4-5D31-4D3D-8E86-8720AB99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2184-BC57-4D00-A3C9-2288F9C6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06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93CA16-4FDE-4504-AE9F-84CB7D678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9449-AE79-44ED-AC7C-2E4E8B697B11}" type="datetimeFigureOut">
              <a:rPr lang="zh-CN" altLang="en-US" smtClean="0"/>
              <a:t>2021/10/4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147BF37-C552-4EF8-9843-B6F49133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1E818C-07DD-4D8F-961C-00404CDA4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2184-BC57-4D00-A3C9-2288F9C6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868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EDC3D-8F4F-4F37-A11B-05859685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CBC231-8BFA-4AE4-B8F4-40143DA0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273756-D1C1-41F1-8741-0118E2ADC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065146-11EC-47E0-9263-90EEB329E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9449-AE79-44ED-AC7C-2E4E8B697B11}" type="datetimeFigureOut">
              <a:rPr lang="zh-CN" altLang="en-US" smtClean="0"/>
              <a:t>2021/10/4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E2373A-DF82-4F40-ABF4-42A8D331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5DC604-F917-4FCF-AEF7-D4F839B2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2184-BC57-4D00-A3C9-2288F9C6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207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E90A2-3EB6-41FD-87BF-C13E108A3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B2E3F0-8CD1-412C-B843-3227CEF6AD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244407-19B3-466A-A77A-F5AB28C15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68F650-7765-48A2-8252-45649B924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9449-AE79-44ED-AC7C-2E4E8B697B11}" type="datetimeFigureOut">
              <a:rPr lang="zh-CN" altLang="en-US" smtClean="0"/>
              <a:t>2021/10/4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17A1C8-0B0C-4DCA-B56E-8BFF6833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C1A066-6B8B-4BEB-B83B-DDF922CA1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2184-BC57-4D00-A3C9-2288F9C6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484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88C67-1BA6-4263-AF0E-F7153DF6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841F8D-F7DD-44C2-A61F-D38743CAD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37C4DF-FA18-4140-A141-E59C3AD22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9449-AE79-44ED-AC7C-2E4E8B697B11}" type="datetimeFigureOut">
              <a:rPr lang="zh-CN" altLang="en-US" smtClean="0"/>
              <a:t>2021/10/4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22118E-B2FC-46DA-9362-CC10E8E7C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E47793-BCBC-4983-B105-F88B3294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2184-BC57-4D00-A3C9-2288F9C6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381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38F310-5F6E-4B26-94C4-5CA37D462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DEC3A8-A792-4D8C-886B-DF3B9EB00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2BB0CA-AC00-425D-A544-28547833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9449-AE79-44ED-AC7C-2E4E8B697B11}" type="datetimeFigureOut">
              <a:rPr lang="zh-CN" altLang="en-US" smtClean="0"/>
              <a:t>2021/10/4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9D03DE-0288-44F6-99DC-6B55F8E65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2086E-7062-4FFD-A04E-37A57FA3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2184-BC57-4D00-A3C9-2288F9C6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462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B44EA4-F6FE-41A3-A199-E8551641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17ADC5-7BAE-4784-85BD-522A7B7F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FDF366-26B6-48C7-9EEA-F36851BDF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69449-AE79-44ED-AC7C-2E4E8B697B11}" type="datetimeFigureOut">
              <a:rPr lang="zh-CN" altLang="en-US" smtClean="0"/>
              <a:t>2021/10/4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85311E-94CD-41EB-BCC1-0D537B3D6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106B7E-F10E-4031-A1CA-A4B91042C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F2184-BC57-4D00-A3C9-2288F9C6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87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26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0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07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357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79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52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12192000" cy="688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80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86" y="0"/>
            <a:ext cx="10971428" cy="577142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B4C6D9B-AE2E-4099-B652-302401CC0BC0}"/>
              </a:ext>
            </a:extLst>
          </p:cNvPr>
          <p:cNvSpPr txBox="1"/>
          <p:nvPr/>
        </p:nvSpPr>
        <p:spPr>
          <a:xfrm>
            <a:off x="7022969" y="21681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失去引用</a:t>
            </a:r>
          </a:p>
        </p:txBody>
      </p:sp>
    </p:spTree>
    <p:extLst>
      <p:ext uri="{BB962C8B-B14F-4D97-AF65-F5344CB8AC3E}">
        <p14:creationId xmlns:p14="http://schemas.microsoft.com/office/powerpoint/2010/main" val="15988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088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78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6477" y="984738"/>
            <a:ext cx="102522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问题</a:t>
            </a:r>
            <a:r>
              <a:rPr lang="en-US" altLang="zh-CN"/>
              <a:t>:</a:t>
            </a:r>
          </a:p>
          <a:p>
            <a:r>
              <a:rPr lang="zh-CN" altLang="en-US"/>
              <a:t>调用</a:t>
            </a:r>
            <a:r>
              <a:rPr lang="en-US" altLang="zh-CN"/>
              <a:t>System.gc()</a:t>
            </a:r>
            <a:r>
              <a:rPr lang="zh-CN" altLang="en-US"/>
              <a:t>并不会马上执行垃圾回收操作</a:t>
            </a:r>
            <a:r>
              <a:rPr lang="en-US" altLang="zh-CN"/>
              <a:t>,</a:t>
            </a:r>
            <a:r>
              <a:rPr lang="zh-CN" altLang="en-US"/>
              <a:t>为什么上述例子中</a:t>
            </a:r>
            <a:r>
              <a:rPr lang="en-US" altLang="zh-CN"/>
              <a:t>,</a:t>
            </a:r>
            <a:r>
              <a:rPr lang="zh-CN" altLang="en-US"/>
              <a:t>每次调用都会有垃圾回收信息输出</a:t>
            </a:r>
            <a:r>
              <a:rPr lang="en-US" altLang="zh-CN"/>
              <a:t>?</a:t>
            </a:r>
          </a:p>
          <a:p>
            <a:r>
              <a:rPr lang="zh-CN" altLang="en-US"/>
              <a:t>是进行了</a:t>
            </a:r>
            <a:r>
              <a:rPr lang="en-US" altLang="zh-CN"/>
              <a:t>GC</a:t>
            </a:r>
            <a:r>
              <a:rPr lang="zh-CN" altLang="en-US"/>
              <a:t>吗</a:t>
            </a:r>
            <a:r>
              <a:rPr lang="en-US" altLang="zh-CN"/>
              <a:t>?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638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0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81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721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0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7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90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0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57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17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16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2" y="95666"/>
            <a:ext cx="11790476" cy="6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90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14" y="129000"/>
            <a:ext cx="11828571" cy="6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577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76" y="105190"/>
            <a:ext cx="11819047" cy="6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253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00" y="119476"/>
            <a:ext cx="11800000" cy="6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47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00" y="119476"/>
            <a:ext cx="11800000" cy="661904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99939" y="4106008"/>
            <a:ext cx="3813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从一段时间来看</a:t>
            </a:r>
            <a:r>
              <a:rPr lang="en-US" altLang="zh-CN" sz="1600" b="1">
                <a:solidFill>
                  <a:srgbClr val="FF0000"/>
                </a:solidFill>
              </a:rPr>
              <a:t>,</a:t>
            </a:r>
            <a:r>
              <a:rPr lang="zh-CN" altLang="en-US" sz="1600" b="1">
                <a:solidFill>
                  <a:srgbClr val="FF0000"/>
                </a:solidFill>
              </a:rPr>
              <a:t>有多个任务在执行</a:t>
            </a:r>
            <a:endParaRPr lang="en-US" altLang="zh-CN" sz="1600" b="1">
              <a:solidFill>
                <a:srgbClr val="FF0000"/>
              </a:solidFill>
            </a:endParaRPr>
          </a:p>
          <a:p>
            <a:r>
              <a:rPr lang="zh-CN" altLang="en-US" sz="1600" b="1">
                <a:solidFill>
                  <a:srgbClr val="FF0000"/>
                </a:solidFill>
              </a:rPr>
              <a:t>从单一时间片上看</a:t>
            </a:r>
            <a:r>
              <a:rPr lang="en-US" altLang="zh-CN" sz="1600" b="1">
                <a:solidFill>
                  <a:srgbClr val="FF0000"/>
                </a:solidFill>
              </a:rPr>
              <a:t>,</a:t>
            </a:r>
            <a:r>
              <a:rPr lang="zh-CN" altLang="en-US" sz="1600" b="1">
                <a:solidFill>
                  <a:srgbClr val="FF0000"/>
                </a:solidFill>
              </a:rPr>
              <a:t>只有一个任务在执行</a:t>
            </a:r>
            <a:endParaRPr lang="en-US" altLang="zh-CN" sz="1600" b="1">
              <a:solidFill>
                <a:srgbClr val="FF0000"/>
              </a:solidFill>
            </a:endParaRPr>
          </a:p>
          <a:p>
            <a:r>
              <a:rPr lang="zh-CN" altLang="en-US" sz="1600" b="1">
                <a:solidFill>
                  <a:srgbClr val="FF0000"/>
                </a:solidFill>
              </a:rPr>
              <a:t>实际上就是</a:t>
            </a:r>
            <a:r>
              <a:rPr lang="en-US" altLang="zh-CN" sz="1600" b="1">
                <a:solidFill>
                  <a:srgbClr val="FF0000"/>
                </a:solidFill>
              </a:rPr>
              <a:t>CPU</a:t>
            </a:r>
            <a:r>
              <a:rPr lang="zh-CN" altLang="en-US" sz="1600" b="1">
                <a:solidFill>
                  <a:srgbClr val="FF0000"/>
                </a:solidFill>
              </a:rPr>
              <a:t>在快速切换任务交替执行</a:t>
            </a:r>
          </a:p>
        </p:txBody>
      </p:sp>
    </p:spTree>
    <p:extLst>
      <p:ext uri="{BB962C8B-B14F-4D97-AF65-F5344CB8AC3E}">
        <p14:creationId xmlns:p14="http://schemas.microsoft.com/office/powerpoint/2010/main" val="2400149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2" y="133762"/>
            <a:ext cx="11790476" cy="6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300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114714"/>
            <a:ext cx="11771428" cy="6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69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2" y="100428"/>
            <a:ext cx="11790476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5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38" y="119476"/>
            <a:ext cx="11809524" cy="6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80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9" y="109952"/>
            <a:ext cx="11752381" cy="6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04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100428"/>
            <a:ext cx="11761905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169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100428"/>
            <a:ext cx="11761905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75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38" y="114714"/>
            <a:ext cx="11809524" cy="6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74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33" y="129000"/>
            <a:ext cx="11733333" cy="6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283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9" y="105190"/>
            <a:ext cx="11752381" cy="6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71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" y="119476"/>
            <a:ext cx="11780952" cy="6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038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" y="129000"/>
            <a:ext cx="11780952" cy="6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2004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100428"/>
            <a:ext cx="11771428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48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100428"/>
            <a:ext cx="11771428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221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124238"/>
            <a:ext cx="11761905" cy="6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246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33" y="138524"/>
            <a:ext cx="11733333" cy="6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33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95" y="105190"/>
            <a:ext cx="11723809" cy="6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512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95666"/>
            <a:ext cx="11771428" cy="666666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8A7623C-74E3-4F9B-8EAB-6C9750DA9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079" y="5723828"/>
            <a:ext cx="5409356" cy="103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480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86" y="186143"/>
            <a:ext cx="11571428" cy="6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860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AB8B471-1ADC-4B7F-A4C2-69BAF8F10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1649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83E7EB-D1A9-4305-9A84-539E9B5B1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859304"/>
            <a:ext cx="11144922" cy="39909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81DBC46-FFB0-4388-AB4C-C9B9681D5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421" y="7507379"/>
            <a:ext cx="82486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80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1" y="81381"/>
            <a:ext cx="11942857" cy="6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6894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5" y="71857"/>
            <a:ext cx="11923809" cy="6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3216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19" y="71857"/>
            <a:ext cx="11904762" cy="6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073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088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7700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0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084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80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1314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80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215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8088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269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70</Words>
  <Application>Microsoft Office PowerPoint</Application>
  <PresentationFormat>宽屏</PresentationFormat>
  <Paragraphs>7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郭 明</dc:creator>
  <cp:lastModifiedBy>J Sir</cp:lastModifiedBy>
  <cp:revision>8</cp:revision>
  <dcterms:created xsi:type="dcterms:W3CDTF">2021-02-22T15:58:12Z</dcterms:created>
  <dcterms:modified xsi:type="dcterms:W3CDTF">2021-10-04T16:59:38Z</dcterms:modified>
</cp:coreProperties>
</file>